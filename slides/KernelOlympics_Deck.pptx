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91440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OLYMPICS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CUDA → ROCm Migration Copilot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99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Ship AMD-ready code in minutes, not months.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3200400"/>
            <a:ext cx="2743200" cy="0"/>
          </a:xfrm>
          <a:prstGeom prst="line">
            <a:avLst/>
          </a:prstGeom>
          <a:noFill/>
          <a:ln w="25400">
            <a:solidFill>
              <a:srgbClr val="ED1C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4747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AMD Developer Hackathon ACT II  •  Track 3 — Unicorn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Team Meteorite 🌠  •  Team-3793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4846320"/>
            <a:ext cx="82296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github.com/indrad3v4/Kernel-Olympics  •  endearing-rebirth.up.railway.app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$10B Problem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384048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0972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hipify handles easily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56032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640080" y="32918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weeks-long engineering — warp ops, shfl, libraries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393192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937760" y="10972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$10B/year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937760" y="16916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migration friction cost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37760" y="23774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2,400+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4937760" y="29718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CUDA kernels per average large codebase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937760" y="36576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888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MI300X outperforms NVIDIA on price/performance. Software adoption gap is the blocker.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709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Enterprises stay on CUDA because the tail 20% takes weeks per project. Kernel Olympics kills that wait.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772400" y="45720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9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Kernel Olympics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4-LLM agentic loop that ports, validates, and verifies — no human in the middle.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1234440" cy="2011680"/>
          </a:xfrm>
          <a:prstGeom prst="rect">
            <a:avLst/>
          </a:prstGeom>
          <a:solidFill>
            <a:srgbClr val="0F346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4173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📡  SCAN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1234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hipify + risk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classification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1280160"/>
            <a:ext cx="1645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56232" y="1280160"/>
            <a:ext cx="1234440" cy="2011680"/>
          </a:xfrm>
          <a:prstGeom prst="rect">
            <a:avLst/>
          </a:prstGeom>
          <a:solidFill>
            <a:srgbClr val="2E509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856232" y="14173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 PLAN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1920240"/>
            <a:ext cx="1234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DeepSeek v4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architectural plan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90672" y="1280160"/>
            <a:ext cx="1645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255264" y="1280160"/>
            <a:ext cx="1234440" cy="2011680"/>
          </a:xfrm>
          <a:prstGeom prst="rect">
            <a:avLst/>
          </a:prstGeom>
          <a:solidFill>
            <a:srgbClr val="ED1C24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255264" y="14173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PORT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255264" y="1920240"/>
            <a:ext cx="1234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GLM-5.2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kernel code gen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89704" y="1280160"/>
            <a:ext cx="1645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654296" y="1280160"/>
            <a:ext cx="1234440" cy="2011680"/>
          </a:xfrm>
          <a:prstGeom prst="rect">
            <a:avLst/>
          </a:prstGeom>
          <a:solidFill>
            <a:srgbClr val="FFB347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654296" y="14173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EVAL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654296" y="1920240"/>
            <a:ext cx="1234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Kimi-K2.7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3-gate validation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88736" y="1280160"/>
            <a:ext cx="1645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053328" y="1280160"/>
            <a:ext cx="1234440" cy="2011680"/>
          </a:xfrm>
          <a:prstGeom prst="rect">
            <a:avLst/>
          </a:prstGeom>
          <a:solidFill>
            <a:srgbClr val="4ECB71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053328" y="14173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VERIFY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053328" y="1920240"/>
            <a:ext cx="1234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hipcc + MI300X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real GPU run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287768" y="1280160"/>
            <a:ext cx="1645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452360" y="1280160"/>
            <a:ext cx="1234440" cy="2011680"/>
          </a:xfrm>
          <a:prstGeom prst="rect">
            <a:avLst/>
          </a:prstGeom>
          <a:solidFill>
            <a:srgbClr val="E9456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452360" y="14173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REPORT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452360" y="1920240"/>
            <a:ext cx="1234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Gemma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summary report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0" y="4023360"/>
            <a:ext cx="9144000" cy="1120140"/>
          </a:xfrm>
          <a:prstGeom prst="rect">
            <a:avLst/>
          </a:prstGeom>
          <a:solidFill>
            <a:srgbClr val="12121E"/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" y="41605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~105s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731520" y="4572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Per kernel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834640" y="41605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~$0.03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2834640" y="4572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LLM cost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937760" y="41605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30+/hr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937760" y="4572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Throughput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040880" y="41605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&lt;1%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7040880" y="4572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False positive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772400" y="45720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9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 Multi-Agent Orchestration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394460" y="1097280"/>
            <a:ext cx="1463040" cy="1097280"/>
          </a:xfrm>
          <a:prstGeom prst="rect">
            <a:avLst/>
          </a:prstGeom>
          <a:solidFill>
            <a:srgbClr val="2E509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394460" y="123444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v4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94460" y="16459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Planner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086100" y="1097280"/>
            <a:ext cx="1280160" cy="1097280"/>
          </a:xfrm>
          <a:prstGeom prst="rect">
            <a:avLst/>
          </a:prstGeom>
          <a:solidFill>
            <a:srgbClr val="ED1C24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086100" y="12344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GLM-5.2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086100" y="16459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Coder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94860" y="1097280"/>
            <a:ext cx="1463040" cy="1097280"/>
          </a:xfrm>
          <a:prstGeom prst="rect">
            <a:avLst/>
          </a:prstGeom>
          <a:solidFill>
            <a:srgbClr val="FFB347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94860" y="123444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Kimi-K2.7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94860" y="16459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Evaluator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86500" y="1097280"/>
            <a:ext cx="1463040" cy="1097280"/>
          </a:xfrm>
          <a:prstGeom prst="rect">
            <a:avLst/>
          </a:prstGeom>
          <a:solidFill>
            <a:srgbClr val="E9456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86500" y="123444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86500" y="16459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Fallback Eval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394460" y="2286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Plans structure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086100" y="22860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Generates HIP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94860" y="2286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Validates output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286500" y="2286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Failsafe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857500" y="1097280"/>
            <a:ext cx="228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4366260" y="1097280"/>
            <a:ext cx="228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057900" y="1097280"/>
            <a:ext cx="228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3017520"/>
            <a:ext cx="265176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" y="3017520"/>
            <a:ext cx="64008" cy="146304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108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_strip_to_kernel_only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080" y="34747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Pre-processor strips host code → coder sees only kernel functions. Eliminates line offset pollution from preamble.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291840" y="3017520"/>
            <a:ext cx="265176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291840" y="3017520"/>
            <a:ext cx="64008" cy="146304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29" name="Text 27"/>
          <p:cNvSpPr/>
          <p:nvPr/>
        </p:nvSpPr>
        <p:spPr>
          <a:xfrm>
            <a:off x="3474720" y="3108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Three-Gate Validation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3474720" y="34747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Lexical (rejects prose) → Structural (braces/symbols) → Semantic (31 tests, &lt;1% FP). Halts bad output before compile.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6480" y="3017520"/>
            <a:ext cx="265176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126480" y="3017520"/>
            <a:ext cx="64008" cy="146304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3" name="Text 31"/>
          <p:cNvSpPr/>
          <p:nvPr/>
        </p:nvSpPr>
        <p:spPr>
          <a:xfrm>
            <a:off x="6309360" y="3108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Memory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309360" y="34747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Trigram index + 0.2ms lookup. Cache hits skip LLM entirely — ~60,000× faster than an LLM call.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709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All LLMs hosted on AMD hardware via Fireworks AI API • Runs on CPU (no GPU needed for pipeline)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772400" y="45720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9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Porting: _strip_to_kernel_only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Before (full CUDA source → coder)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3931920" cy="2926080"/>
          </a:xfrm>
          <a:prstGeom prst="rect">
            <a:avLst/>
          </a:prstGeom>
          <a:solidFill>
            <a:srgbClr val="1A1A3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371600"/>
            <a:ext cx="3566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Copyright (c) 2024 NVIDIA Corporation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All rights reserved.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&lt;cuda_runtime.h&gt;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&lt;cuda.h&gt;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__host__ void init() {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cudaSetDevice(0);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__global__ void kernel() {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int tid = threadIdx.x;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__syncthreads();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main() {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init&lt;&lt;&lt;1, 32&gt;&gt;&gt;();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0;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42062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9456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⚠️ 30-line preamble → line offset pollution → false compile errors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754880" y="9144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C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After (kernel-only → coder)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0" y="1280160"/>
            <a:ext cx="3931920" cy="2926080"/>
          </a:xfrm>
          <a:prstGeom prst="rect">
            <a:avLst/>
          </a:prstGeom>
          <a:solidFill>
            <a:srgbClr val="1A1A3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937760" y="137160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__global__ void kernel() {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int tid = threadIdx.x;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__syncthreads();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754880" y="42062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CB7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✓ Strips includes, host code, main() — coder sees ONLY kernel bodies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Precise line offsets → reliable HIP output → fewer retries → 2x faster pipeline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0" y="45720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9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Three-Gate Validation System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697480" cy="3017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972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94360" y="150876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Lexical Gate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" y="1920240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555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Rejects prose/markdown in code output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555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Checks for hallucinated text blocks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555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Ensures only valid CUDA/HIP syntax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" y="3474720"/>
            <a:ext cx="1463040" cy="32004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34747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rate: ~92%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37560" y="1005840"/>
            <a:ext cx="2697480" cy="3017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474720" y="10972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474720" y="150876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Gate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474720" y="1920240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555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Braces balance verification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555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Symbol table preservation check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555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Function signature matching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474720" y="3474720"/>
            <a:ext cx="1463040" cy="320040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15" name="Text 13"/>
          <p:cNvSpPr/>
          <p:nvPr/>
        </p:nvSpPr>
        <p:spPr>
          <a:xfrm>
            <a:off x="3474720" y="34747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rate: ~88%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17920" y="1005840"/>
            <a:ext cx="2697480" cy="3017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355080" y="10972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EC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355080" y="150876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Gate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355080" y="1920240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555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31 test cases for code correctness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555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HIP API substitution validation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555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&lt;1% false-positive rate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355080" y="3474720"/>
            <a:ext cx="1463040" cy="320040"/>
          </a:xfrm>
          <a:prstGeom prst="rect">
            <a:avLst/>
          </a:prstGeom>
          <a:solidFill>
            <a:srgbClr val="4ECB71"/>
          </a:solidFill>
          <a:ln/>
        </p:spPr>
      </p:sp>
      <p:sp>
        <p:nvSpPr>
          <p:cNvPr id="21" name="Text 19"/>
          <p:cNvSpPr/>
          <p:nvPr/>
        </p:nvSpPr>
        <p:spPr>
          <a:xfrm>
            <a:off x="6355080" y="34747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rate: ~96%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4297680"/>
            <a:ext cx="8229600" cy="594360"/>
          </a:xfrm>
          <a:prstGeom prst="rect">
            <a:avLst/>
          </a:prstGeom>
          <a:solidFill>
            <a:srgbClr val="1A1A2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40080" y="437083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Failed at any gate → auto-retry with gate error context → up to 3 retries → graceful failure report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0" y="45720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9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&amp; Speed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2697480" cy="128016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96012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~105s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Pipeline per kernel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37560" y="914400"/>
            <a:ext cx="2697480" cy="128016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37560" y="96012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~$0.03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337560" y="1600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Average cost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914400"/>
            <a:ext cx="2697480" cy="128016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0" y="96012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217920" y="16002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Kernels/hr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2468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Manual Engineering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9260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    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    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      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337560"/>
            <a:ext cx="8229600" cy="384048"/>
          </a:xfrm>
          <a:prstGeom prst="rect">
            <a:avLst/>
          </a:prstGeom>
          <a:solidFill>
            <a:srgbClr val="1E1E30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33756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DDD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Manual (expert engineer)</a:t>
            </a:r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2–4 weeks     </a:t>
            </a:r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~$8,000         </a:t>
            </a:r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Variable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749040"/>
            <a:ext cx="8229600" cy="384048"/>
          </a:xfrm>
          <a:prstGeom prst="rect">
            <a:avLst/>
          </a:prstGeom>
          <a:solidFill>
            <a:srgbClr val="1E1E30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749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DDD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hipify + manual fix</a:t>
            </a:r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3–5 days      </a:t>
            </a:r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~$2,500         </a:t>
            </a:r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Medium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160520"/>
            <a:ext cx="8229600" cy="384048"/>
          </a:xfrm>
          <a:prstGeom prst="rect">
            <a:avLst/>
          </a:prstGeom>
          <a:solidFill>
            <a:srgbClr val="1A3A1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416052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DDD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Kernel Olympics   </a:t>
            </a:r>
            <a:pPr indent="0" marL="0">
              <a:buNone/>
            </a:pPr>
            <a:r>
              <a:rPr lang="en-US" sz="1100" b="1" dirty="0">
                <a:solidFill>
                  <a:srgbClr val="4ECB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105 seconds   </a:t>
            </a:r>
            <a:pPr indent="0" marL="0">
              <a:buNone/>
            </a:pPr>
            <a:r>
              <a:rPr lang="en-US" sz="1100" b="1" dirty="0">
                <a:solidFill>
                  <a:srgbClr val="4ECB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~$0.03          </a:t>
            </a:r>
            <a:pPr indent="0" marL="0">
              <a:buNone/>
            </a:pPr>
            <a:r>
              <a:rPr lang="en-US" sz="1100" b="1" dirty="0">
                <a:solidFill>
                  <a:srgbClr val="4ECB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96%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459028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Pattern memory: 0.2ms lookup vs ~12s LLM call = 60,000× speedup for cached patterns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0" y="45720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9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Meteorite 🌠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69748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05840"/>
            <a:ext cx="54864" cy="164592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0972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indradev_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Architect / Lead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64592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Pipeline architecture, LLM orchestration, 3-gate validation, Railway deployment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7560" y="1005840"/>
            <a:ext cx="269748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37560" y="1005840"/>
            <a:ext cx="54864" cy="164592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11" name="Text 9"/>
          <p:cNvSpPr/>
          <p:nvPr/>
        </p:nvSpPr>
        <p:spPr>
          <a:xfrm>
            <a:off x="3520440" y="10972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Aahil-Riyaz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520440" y="1371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AMD/ROCm Engineering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20440" y="164592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hipcc compilation, MI300X verification, GPU testing pipeline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17920" y="1005840"/>
            <a:ext cx="269748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17920" y="1005840"/>
            <a:ext cx="54864" cy="164592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0" y="10972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Bromine185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0" y="1371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Engineering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0" y="164592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CUDA kernel analysis, HIP translation patterns, unicode/edge cases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269748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2834640"/>
            <a:ext cx="54864" cy="164592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29260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meteorite67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" y="32004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&amp; Testing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347472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GitHub Actions, test suite (605+), build automation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337560" y="2834640"/>
            <a:ext cx="269748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337560" y="2834640"/>
            <a:ext cx="54864" cy="164592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26" name="Text 24"/>
          <p:cNvSpPr/>
          <p:nvPr/>
        </p:nvSpPr>
        <p:spPr>
          <a:xfrm>
            <a:off x="3520440" y="29260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Icodemun44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0440" y="32004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520440" y="347472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Containerization, environment setup, dependency management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17920" y="2834640"/>
            <a:ext cx="269748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17920" y="2834640"/>
            <a:ext cx="54864" cy="164592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29260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_dD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00800" y="32004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&amp; Documentation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0" y="347472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Debug mode, summary reports, project documentation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4709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Built in 5 days for AMD Developer Hackathon ACT II • Team-3793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772400" y="45720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18872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899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Try Kernel Olympics — it's open source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657600" cy="45720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7432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github.com/indrad3v4/Kernel-Olympics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2743200"/>
            <a:ext cx="3657600" cy="457200"/>
          </a:xfrm>
          <a:prstGeom prst="rect">
            <a:avLst/>
          </a:prstGeom>
          <a:solidFill>
            <a:srgbClr val="16213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37760" y="27432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endearing-rebirth.up.railway.app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3474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4846320"/>
            <a:ext cx="82296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"Like a meteorite, we don't arrive quietly."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Kernel Olympics — CUDA to ROCm Migration Copilot</dc:title>
  <dc:subject>PptxGenJS Presentation</dc:subject>
  <dc:creator>Team Meteorite</dc:creator>
  <cp:lastModifiedBy>Team Meteorite</cp:lastModifiedBy>
  <cp:revision>1</cp:revision>
  <dcterms:created xsi:type="dcterms:W3CDTF">2026-07-10T19:54:34Z</dcterms:created>
  <dcterms:modified xsi:type="dcterms:W3CDTF">2026-07-10T19:54:34Z</dcterms:modified>
</cp:coreProperties>
</file>