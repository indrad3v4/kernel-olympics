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OLYMPICS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→ ROCm Migration Copilot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Ship AMD-ready code in minutes, not months.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274320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AMD Developer Hackathon ACT II  •  Track 3 — Unicorn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 Meteorite 🌠  •  Team-3793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github.com/indrad3v4/Kernel-Olympics  •  kernel-olympics-production.up.railway.app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$10B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hipify handles easily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weeks-long engineering — warp ops, shfl, libraries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97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$10B/year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migration friction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kernels per large codebase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MI300X outperforms NVIDIA on price/performance. Software adoption gap is the blocker.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Enterprises stay on CUDA because the tail 20% takes weeks per project. Kernel Olympics kills that wait.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Kernel Olympics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4-LLM agentic loop that ports, validates, and verifies — no human in the middle.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234440" cy="20116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hipify +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280160"/>
            <a:ext cx="164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56232" y="1280160"/>
            <a:ext cx="1234440" cy="201168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56232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56232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DeepSeek v4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architectural 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90672" y="1280160"/>
            <a:ext cx="164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55264" y="1280160"/>
            <a:ext cx="1234440" cy="2011680"/>
          </a:xfrm>
          <a:prstGeom prst="rect">
            <a:avLst/>
          </a:prstGeom>
          <a:solidFill>
            <a:srgbClr val="ED1C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55264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55264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GLM-5.2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kernel code gen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9704" y="1280160"/>
            <a:ext cx="164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54296" y="1280160"/>
            <a:ext cx="1234440" cy="2011680"/>
          </a:xfrm>
          <a:prstGeom prst="rect">
            <a:avLst/>
          </a:prstGeom>
          <a:solidFill>
            <a:srgbClr val="FFB3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54296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Kimi-K2.7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3-gate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88736" y="1280160"/>
            <a:ext cx="164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53328" y="1280160"/>
            <a:ext cx="1234440" cy="2011680"/>
          </a:xfrm>
          <a:prstGeom prst="rect">
            <a:avLst/>
          </a:prstGeom>
          <a:solidFill>
            <a:srgbClr val="4ECB7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53328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53328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hipcc + MI300X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GPU run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87768" y="1280160"/>
            <a:ext cx="164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52360" y="1280160"/>
            <a:ext cx="1234440" cy="201168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Gemma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 report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C0C1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~105s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15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kernel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8346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cost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30+/hr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937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0408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False positive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Multi-Agent Orchestration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94460" y="1097280"/>
            <a:ext cx="1463040" cy="109728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4460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446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44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Plans 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86100" y="1097280"/>
            <a:ext cx="1280160" cy="1097280"/>
          </a:xfrm>
          <a:prstGeom prst="rect">
            <a:avLst/>
          </a:prstGeom>
          <a:solidFill>
            <a:srgbClr val="ED1C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86100" y="1234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8610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8610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Generates HIP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4860" y="1097280"/>
            <a:ext cx="1463040" cy="1097280"/>
          </a:xfrm>
          <a:prstGeom prst="rect">
            <a:avLst/>
          </a:prstGeom>
          <a:solidFill>
            <a:srgbClr val="FFB3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4860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Kimi-K2.7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486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48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Validates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86500" y="1097280"/>
            <a:ext cx="1463040" cy="109728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6500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65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Fallback Eval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650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Failsafe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57500" y="109728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366260" y="109728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57900" y="109728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26080"/>
            <a:ext cx="64008" cy="150876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_strip_to_kernel_only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Pre-processor strips host code → coder sees only kernel functions. Eliminates line offset pollution from preamble.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2926080"/>
            <a:ext cx="64008" cy="150876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Three-Gate Validation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Lexical (rejects prose) → Structural (braces/symbols) → Semantic (31 tests, &lt;1% FP). Halts bad output before compile.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926080"/>
            <a:ext cx="64008" cy="150876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Memory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Trigram index + 0.2ms lookup. Cache hits skip LLM entirely — ~60,000× faster than an LLM call.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LLMs hosted on AMD hardware via Fireworks AI API • Pipeline runs on CPU (no GPU needed for orchestration)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Porting: _strip_to_kernel_only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(full CUDA source → coder)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743200"/>
          </a:xfrm>
          <a:prstGeom prst="rect">
            <a:avLst/>
          </a:prstGeom>
          <a:solidFill>
            <a:srgbClr val="1A1A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Copyright (c) 2024 NVIDIA Corp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rights reserved.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&lt;cuda_runtime.h&gt;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__host__ void init()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cudaSetDevice(0);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__global__ void kernel()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tid = threadIdx.x;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__syncthreads();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init&lt;&lt;&lt;1, 32&gt;&gt;&gt;();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30-line preamble → line offset pollution → false compile errors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(kernel-only → coder)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743200"/>
          </a:xfrm>
          <a:prstGeom prst="rect">
            <a:avLst/>
          </a:prstGeom>
          <a:solidFill>
            <a:srgbClr val="1A1A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__global__ void kernel()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tid = threadIdx.x;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__syncthreads();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B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Strips includes, host code, main() — coder sees ONLY kernel bodies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Precise line offsets → reliable HIP output → fewer retries → 2x faster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Three-Gate Validation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Gate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Rejects prose/markdown in code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Checks for hallucinated text blocks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Ensures only valid CUDA/HIP syntax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474720"/>
            <a:ext cx="1463040" cy="3200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rate: ~92%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Braces balance verification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Symbol table preservation check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 signature matching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3474720"/>
            <a:ext cx="1463040" cy="3200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rate: ~88%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 test cases for code correctness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 API substitution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&lt;1% false-positive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3474720"/>
            <a:ext cx="1463040" cy="320040"/>
          </a:xfrm>
          <a:prstGeom prst="rect">
            <a:avLst/>
          </a:prstGeom>
          <a:solidFill>
            <a:srgbClr val="4ECB7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rate: ~96%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Failed at any gate → auto-retry with gate error context → up to 3 retries → graceful failure report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Speed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~105s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kernel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914400"/>
            <a:ext cx="269748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960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Average LLM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69748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60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30+/hr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1600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Engineering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Approach                     Time            Cost             Confidence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420624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(expert engineer)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291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2918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420624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490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hipify + manual 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7490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7490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7490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420624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Olympics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42062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2062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206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681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memory: 0.2ms lookup vs ~12s LLM call = 60,000× speedup for cached patterns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Meteorite 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indradev_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 / Lead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architecture, LLM orchestration, 3-gate validation, Railway deploy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05840"/>
            <a:ext cx="54864" cy="16459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097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Aahil-Riyaz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AMD/ROCm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hipcc compilation, MI300X verification, GPU testing 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54864" cy="16459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097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Bromine185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CUDA kernel analysis, HIP translation patterns, unicode/edge cases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54864" cy="16459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meteorite67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Actions, test suite (605+), build automation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34640"/>
            <a:ext cx="54864" cy="16459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Icodemun44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Containerization, environment setup, dependency management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34640"/>
            <a:ext cx="54864" cy="16459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Documentation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Debug mode, summary reports, project docs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in 5 days for AMD Developer Hackathon ACT II • Team-3793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Try Kernel Olympics — it's open source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65760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github.com/indrad3v4/Kernel-Olympics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560320"/>
            <a:ext cx="365760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kernel-olympics-production.up.railway.app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a meteorite, we don't arrive quietly."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Olympics — CUDA to ROCm Migration Copilot</dc:title>
  <dc:subject>PptxGenJS Presentation</dc:subject>
  <dc:creator>Team Meteorite</dc:creator>
  <cp:lastModifiedBy>Team Meteorite</cp:lastModifiedBy>
  <cp:revision>1</cp:revision>
  <dcterms:created xsi:type="dcterms:W3CDTF">2026-07-10T20:09:44Z</dcterms:created>
  <dcterms:modified xsi:type="dcterms:W3CDTF">2026-07-10T20:09:44Z</dcterms:modified>
</cp:coreProperties>
</file>